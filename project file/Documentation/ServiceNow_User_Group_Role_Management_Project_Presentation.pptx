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User, Group, and Role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ServiceNow System Administrator Project</a:t>
            </a:r>
          </a:p>
          <a:p>
            <a:r>
              <a:t>Optimizing User, Group, and Role Management with Access Control and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Manage users securely</a:t>
            </a:r>
          </a:p>
          <a:p>
            <a:pPr>
              <a:defRPr sz="2200"/>
            </a:pPr>
            <a:r>
              <a:t>• Assign groups and roles</a:t>
            </a:r>
          </a:p>
          <a:p>
            <a:pPr>
              <a:defRPr sz="2200"/>
            </a:pPr>
            <a:r>
              <a:t>• Automate onboarding workflows</a:t>
            </a:r>
          </a:p>
          <a:p>
            <a:pPr>
              <a:defRPr sz="2200"/>
            </a:pPr>
            <a:r>
              <a:t>• Enforce access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ServiceNow provides centralized user administration using users, groups, roles, and ACLs to ensure secure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Create user records</a:t>
            </a:r>
          </a:p>
          <a:p>
            <a:pPr>
              <a:defRPr sz="2200"/>
            </a:pPr>
            <a:r>
              <a:t>• Add employee details</a:t>
            </a:r>
          </a:p>
          <a:p>
            <a:pPr>
              <a:defRPr sz="2200"/>
            </a:pPr>
            <a:r>
              <a:t>• Activate/deactivate accounts</a:t>
            </a:r>
          </a:p>
          <a:p>
            <a:pPr>
              <a:defRPr sz="2200"/>
            </a:pPr>
            <a:r>
              <a:t>• Reset passwords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Create department groups</a:t>
            </a:r>
          </a:p>
          <a:p>
            <a:pPr>
              <a:defRPr sz="2200"/>
            </a:pPr>
            <a:r>
              <a:t>• Add/remove users</a:t>
            </a:r>
          </a:p>
          <a:p>
            <a:pPr>
              <a:defRPr sz="2200"/>
            </a:pPr>
            <a:r>
              <a:t>• Simplify permission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Assign roles (admin, itil, employee, manager)</a:t>
            </a:r>
          </a:p>
          <a:p>
            <a:pPr>
              <a:defRPr sz="2200"/>
            </a:pPr>
            <a:r>
              <a:t>• Remove unnecessary roles</a:t>
            </a:r>
          </a:p>
          <a:p>
            <a:pPr>
              <a:defRPr sz="2200"/>
            </a:pPr>
            <a:r>
              <a:t>• Follow least privilege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Control (ACLs)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Restrict record access</a:t>
            </a:r>
          </a:p>
          <a:p>
            <a:pPr>
              <a:defRPr sz="2200"/>
            </a:pPr>
            <a:r>
              <a:t>• Define read/write permissions</a:t>
            </a:r>
          </a:p>
          <a:p>
            <a:pPr>
              <a:defRPr sz="2200"/>
            </a:pPr>
            <a:r>
              <a:t>• Protect sensitive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User request</a:t>
            </a:r>
          </a:p>
          <a:p>
            <a:pPr>
              <a:defRPr sz="2200"/>
            </a:pPr>
            <a:r>
              <a:t>• Manager approval</a:t>
            </a:r>
          </a:p>
          <a:p>
            <a:pPr>
              <a:defRPr sz="2200"/>
            </a:pPr>
            <a:r>
              <a:t>• IT approval</a:t>
            </a:r>
          </a:p>
          <a:p>
            <a:pPr>
              <a:defRPr sz="2200"/>
            </a:pPr>
            <a:r>
              <a:t>• Account creation</a:t>
            </a:r>
          </a:p>
          <a:p>
            <a:pPr>
              <a:defRPr sz="2200"/>
            </a:pPr>
            <a:r>
              <a:t>• Email notification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Implementation:</a:t>
            </a:r>
          </a:p>
          <a:p>
            <a:pPr>
              <a:defRPr sz="2200"/>
            </a:pPr>
            <a:r>
              <a:t>1. Create users</a:t>
            </a:r>
          </a:p>
          <a:p>
            <a:pPr>
              <a:defRPr sz="2200"/>
            </a:pPr>
            <a:r>
              <a:t>2. Create groups</a:t>
            </a:r>
          </a:p>
          <a:p>
            <a:pPr>
              <a:defRPr sz="2200"/>
            </a:pPr>
            <a:r>
              <a:t>3. Assign roles</a:t>
            </a:r>
          </a:p>
          <a:p>
            <a:pPr>
              <a:defRPr sz="2200"/>
            </a:pPr>
            <a:r>
              <a:t>4. Configure ACLs</a:t>
            </a:r>
          </a:p>
          <a:p>
            <a:pPr>
              <a:defRPr sz="2200"/>
            </a:pPr>
            <a:r>
              <a:t>5. Test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Benefits:</a:t>
            </a:r>
          </a:p>
          <a:p>
            <a:pPr>
              <a:defRPr sz="2200"/>
            </a:pPr>
            <a:r>
              <a:t>• Better security</a:t>
            </a:r>
          </a:p>
          <a:p>
            <a:pPr>
              <a:defRPr sz="2200"/>
            </a:pPr>
            <a:r>
              <a:t>• Faster onboarding</a:t>
            </a:r>
          </a:p>
          <a:p>
            <a:pPr>
              <a:defRPr sz="2200"/>
            </a:pPr>
            <a:r>
              <a:t>• Easier administration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Effective user, group, and role management improves security, compliance, and operational efficiency in ServiceNow.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